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9728"/>
            <a:ext cx="164592" cy="6638544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</a:rPr>
              <a:t>RAG-Powered Q&amp;A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43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9900"/>
                </a:solidFill>
              </a:rPr>
              <a:t>How Your App Answers Questions from a Live MySQL Database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6E8A"/>
                </a:solidFill>
              </a:rPr>
              <a:t>Retrieval-Augmented Generation  ·  Claude Opus  ·  SQLAlchemy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0" y="6309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66E8A"/>
                </a:solidFill>
              </a:rPr>
              <a:t>krishna_life database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What is RAG?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97280"/>
            <a:ext cx="3566160" cy="27432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Retrieval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Fetch real data from an
external knowledge source
(your MySQL database)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08960" y="117043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097280"/>
            <a:ext cx="3566160" cy="27432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Inject that retrieved data
into the LLM's prompt so
it has accurate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17043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CC80"/>
                </a:solidFill>
              </a:rPr>
              <a:t>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097280"/>
            <a:ext cx="3566160" cy="274320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23444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Generation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82880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LLM generates a natural-
language answer grounded
in the retrieved 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0" y="1170432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</a:rPr>
              <a:t>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224028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1148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2F4F8"/>
                </a:solidFill>
              </a:rPr>
              <a:t>Traditional LLMs only know what they were trained on.
RAG lets them answer questions about YOUR live data — no fine-tuning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Architecture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2560320"/>
            <a:ext cx="1554480" cy="118872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65176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2461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CLI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194560" y="2560320"/>
            <a:ext cx="1828800" cy="11887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app.py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246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Orchestrator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560320"/>
            <a:ext cx="2011680" cy="1188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0" y="265176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Claude
Opus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246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SQL generator
&amp; answerer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98079" y="2560320"/>
            <a:ext cx="1828800" cy="118872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19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MySQL
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19" y="3246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krishna_life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92640" y="2560320"/>
            <a:ext cx="1828800" cy="1188720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84080" y="2651760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</a:rPr>
              <a:t>Schema
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4080" y="324612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connections.yml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74519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83079" y="3429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E8A"/>
                </a:solidFill>
              </a:rPr>
              <a:t>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6908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3429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E8A"/>
                </a:solidFill>
              </a:rPr>
              <a:t>schema +
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3429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E8A"/>
                </a:solidFill>
              </a:rPr>
              <a:t>SQL query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017520"/>
            <a:ext cx="320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81160" y="3429000"/>
            <a:ext cx="548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66E8A"/>
                </a:solidFill>
              </a:rPr>
              <a:t>schema
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3931920"/>
            <a:ext cx="1097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900"/>
                </a:solidFill>
              </a:rPr>
              <a:t>SQL
result 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9319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9900"/>
                </a:solidFill>
              </a:rPr>
              <a:t>rows ↑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663440"/>
            <a:ext cx="3200400" cy="822960"/>
          </a:xfrm>
          <a:prstGeom prst="rect">
            <a:avLst/>
          </a:prstGeom>
          <a:solidFill>
            <a:srgbClr val="1E1E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709160"/>
            <a:ext cx="2926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Conversation History (multi-turn)
Prior Q&amp;A pairs kept in memory for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46634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9900"/>
                </a:solidFill>
              </a:rPr>
              <a:t>Prompt Cache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0" y="4983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4F8"/>
                </a:solidFill>
              </a:rPr>
              <a:t>Schema sent once with cache_control: ephemeral
→ saves tokens &amp; latency on repeated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Step-by-Step: How a Question Gets Answered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" y="1097280"/>
            <a:ext cx="2057400" cy="192024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" y="1170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" y="155448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User Asks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1965960"/>
            <a:ext cx="19110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Type a natural-language question
e.g. "How many donors gave
last month?"</a:t>
            </a:r>
          </a:p>
        </p:txBody>
      </p:sp>
      <p:sp>
        <p:nvSpPr>
          <p:cNvPr id="8" name="Rectangle 7"/>
          <p:cNvSpPr/>
          <p:nvPr/>
        </p:nvSpPr>
        <p:spPr>
          <a:xfrm>
            <a:off x="2423160" y="1097280"/>
            <a:ext cx="2057400" cy="19202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96312" y="1170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96312" y="155448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Schema Loaded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96312" y="1965960"/>
            <a:ext cx="19110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Database schema read once at
startup via SHOW CREATE TABLE.
Cached with Claude.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1097280"/>
            <a:ext cx="2057400" cy="192024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170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55448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SQL 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1965960"/>
            <a:ext cx="19110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Claude Opus receives schema +
question, returns a valid
MySQL SELECT statement.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12280" y="1097280"/>
            <a:ext cx="2057400" cy="192024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85432" y="1170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85432" y="155448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Query Executed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5432" y="1965960"/>
            <a:ext cx="19110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SQLAlchemy runs the SQL against
the live krishna_life database
and returns rows.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097280"/>
            <a:ext cx="2057400" cy="1920240"/>
          </a:xfrm>
          <a:prstGeom prst="rect">
            <a:avLst/>
          </a:prstGeom>
          <a:solidFill>
            <a:srgbClr val="4C1D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2" y="11704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9900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2" y="1554480"/>
            <a:ext cx="19110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Answer Formed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2" y="1965960"/>
            <a:ext cx="1911095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CCD6FF"/>
                </a:solidFill>
              </a:rPr>
              <a:t>Claude receives question + rows,
writes a plain-English answer.
History updated.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59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19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182880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9900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8600" y="3291840"/>
            <a:ext cx="11430000" cy="3291840"/>
          </a:xfrm>
          <a:prstGeom prst="rect">
            <a:avLst/>
          </a:prstGeom>
          <a:solidFill>
            <a:srgbClr val="0F1C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Example walkthrough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749039"/>
            <a:ext cx="530352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88620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You:  "How many active members joined in 2024?"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SQL:  SELECT COUNT(*) AS total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FROM members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WHERE status = 'active'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AND YEAR(created_at) = 2024;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52160" y="3749039"/>
            <a:ext cx="228600" cy="25603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749039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DB Result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4114800"/>
            <a:ext cx="2286000" cy="640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251960"/>
            <a:ext cx="2011680" cy="3657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[{'total': 342}]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641080" y="37490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9900"/>
                </a:solidFill>
              </a:rPr>
              <a:t>Claude's Answer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411480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"342 active members joined your
community in 2024."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Two Claude API Calls per Question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394960" cy="530352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900"/>
                </a:solidFill>
              </a:rPr>
              <a:t>Call 1  — SQL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21208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737360"/>
            <a:ext cx="493776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system: "You are a MySQL expert.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 Given schema and a question,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 return ONLY valid SQL."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 cache_control: ephemeral   # ← cached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user:   "&lt;natural language question&gt;"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→ Claude returns raw SQL string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5262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Why cache the schema?
The schema is the same for every question.
Caching it with cache_control: ephemeral
saves input tokens and reduces latency on
every subsequent call.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005840"/>
            <a:ext cx="5669280" cy="5303520"/>
          </a:xfrm>
          <a:prstGeom prst="rect">
            <a:avLst/>
          </a:prstGeom>
          <a:solidFill>
            <a:srgbClr val="066B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097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9900"/>
                </a:solidFill>
              </a:rPr>
              <a:t>Call 2  — Plain-English Answer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600200"/>
            <a:ext cx="5486400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37360"/>
            <a:ext cx="521208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system: "You are a data analyst.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 Given a question and its SQL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 result, answer concisely."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user:   "Question: &lt;question&gt;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SQL result: &lt;rows from DB&gt;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    &lt;prior conversation history&gt;"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→ Claude returns natural-language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52628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Conversation history is appended so the user can
ask follow-up questions referencing earlier answers.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005840"/>
            <a:ext cx="73152" cy="5303520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Multi-Database Support &amp;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</a:rPr>
              <a:t>connections.yml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486400" cy="25603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00200"/>
            <a:ext cx="521208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default: krishna_life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/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connections: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krishna_life: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  url: mysql+pymysql://root@localhost/local_krishna_life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# donation_app:</a:t>
            </a:r>
          </a:p>
          <a:p>
            <a:pPr algn="l"/>
            <a:r>
              <a:rPr sz="950">
                <a:solidFill>
                  <a:srgbClr val="A8D8EA"/>
                </a:solidFill>
                <a:latin typeface="Courier New"/>
              </a:rPr>
              <a:t>  #   url: mysql+pymysql://user:pass@host/donation_db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005840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9900"/>
                </a:solidFill>
              </a:rPr>
              <a:t>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51790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Connection pooling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7452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4F8"/>
                </a:solidFill>
              </a:rPr>
              <a:t>SQLAlchemy engines cached in _engines{} dict — one engine per URL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2468880"/>
            <a:ext cx="548640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252374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Schema per-DB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88036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4F8"/>
                </a:solidFill>
              </a:rPr>
              <a:t>get_schema() introspects each database independently via SHOW CREATE TABLE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474720"/>
            <a:ext cx="548640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5295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Default connection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388620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4F8"/>
                </a:solidFill>
              </a:rPr>
              <a:t>resolve_connection(None) returns the 'default' key from YAML config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4480560"/>
            <a:ext cx="5486400" cy="8686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53542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9900"/>
                </a:solidFill>
              </a:rPr>
              <a:t>Lazy loading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89204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2F4F8"/>
                </a:solidFill>
              </a:rPr>
              <a:t>_load_config() reads YAML once and caches it in _config global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25196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2F4F8"/>
                </a:solidFill>
              </a:rPr>
              <a:t>To add a new database:
1. Add a new entry under connections: in connections.yml
2. Optionally set it as default, or pass the name explicitly to resolve_connection()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Benefits &amp;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486400" cy="1417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✓  No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6002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Works with any MySQL database out of the box.
Just point it at your schema — no model training required.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486400" cy="1417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82512" y="11887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✓  Always up-to-date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82512" y="16002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Queries run live against the database.
Answers reflect the current state of your data.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697480"/>
            <a:ext cx="5486400" cy="1417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✓  Multi-turn 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0352" y="3200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Conversation history lets users ask follow-up questions
naturally, like talking to a data analyst.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697480"/>
            <a:ext cx="5486400" cy="1417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7889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✓  Token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2004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Schema is sent with cache_control: ephemeral so it's cached
between calls — saving cost and reducing latency.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297680"/>
            <a:ext cx="5486400" cy="1417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389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✓  Multi-DB ready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" y="48006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connections.yml lets you add databases without
changing any application code.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4297680"/>
            <a:ext cx="5486400" cy="1417320"/>
          </a:xfrm>
          <a:prstGeom prst="rect">
            <a:avLst/>
          </a:prstGeom>
          <a:solidFill>
            <a:srgbClr val="1A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38912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9900"/>
                </a:solidFill>
              </a:rPr>
              <a:t>✓  Secure &amp; scoped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4800600"/>
            <a:ext cx="51206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F4F8"/>
                </a:solidFill>
              </a:rPr>
              <a:t>Claude only generates SELECT queries based on the schema.
No direct user input is passed to SQL execution.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D1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635508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9900"/>
                </a:solidFill>
              </a:rPr>
              <a:t>User Question  →  Schema Retrieval  →  SQL Generation  →  DB Execution  →  Plain-English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